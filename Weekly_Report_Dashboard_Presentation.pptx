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Submission Trend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Reports submitted</c:v>
                </c:pt>
              </c:strCache>
            </c:strRef>
          </c:tx>
          <c:spPr>
            <a:ln w="38100" cap="flat">
              <a:solidFill>
                <a:srgbClr val="3763F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63F2"/>
              </a:solidFill>
              <a:ln w="9525" cap="flat">
                <a:solidFill>
                  <a:srgbClr val="3763F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3362272"/>
        <c:axId val="703362816"/>
      </c:lineChart>
      <c:catAx>
        <c:axId val="703362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703362816"/>
        <c:crosses val="autoZero"/>
        <c:auto val="1"/>
        <c:lblAlgn val="ctr"/>
        <c:lblOffset val="100"/>
        <c:noMultiLvlLbl val="1"/>
      </c:catAx>
      <c:valAx>
        <c:axId val="70336281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703362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Submission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Submitted</c:v>
                </c:pt>
                <c:pt idx="1">
                  <c:v>Pending</c:v>
                </c:pt>
                <c:pt idx="2">
                  <c:v>Late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804759344"/>
        <c:axId val="804760976"/>
      </c:barChart>
      <c:catAx>
        <c:axId val="8047593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804760976"/>
        <c:crosses val="autoZero"/>
        <c:auto val="1"/>
        <c:lblAlgn val="ctr"/>
        <c:lblOffset val="100"/>
        <c:noMultiLvlLbl val="1"/>
      </c:catAx>
      <c:valAx>
        <c:axId val="80476097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804759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Workload by Project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763F2"/>
              </a:solidFill>
              <a:effectLst/>
            </c:spPr>
          </c:dPt>
          <c:dPt>
            <c:idx val="1"/>
            <c:bubble3D val="0"/>
            <c:spPr>
              <a:solidFill>
                <a:srgbClr val="5A89FF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Client A</c:v>
                </c:pt>
                <c:pt idx="1">
                  <c:v>Internal Tooling</c:v>
                </c:pt>
                <c:pt idx="2">
                  <c:v>R&amp;D</c:v>
                </c:pt>
                <c:pt idx="3">
                  <c:v>Marketing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40</c:v>
                </c:pt>
                <c:pt idx="2">
                  <c:v>35</c:v>
                </c:pt>
                <c:pt idx="3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30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inthaWanasundara/weekly-report-system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hyperlink" Target="https://drive.google.com/file/d/1xogQvXjWYVdseQjRzj485qtiLWx23kTl/view?usp=sharing" TargetMode="External"/><Relationship Id="rId4" Type="http://schemas.openxmlformats.org/officeDocument/2006/relationships/hyperlink" Target="https://drive.google.com/file/d/14eOlULZIIMW2Imp8Nxtsi4Pgt9oEuQbo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ASSIGNMENT — SE INTERNSHIP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Report Generator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Team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system for structured weekly reporting and team-wide, role-based analytics.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E2A4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7731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46634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E2A4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47731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35040" y="46634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E2A4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477316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9224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multi-user system where team members log structured weekly reports and managers analyze them across the whole team.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93B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vs Manager/Admin, enforced server-side on every route.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51960" y="1874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93B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1488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628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report schema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26280" y="31546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fields, same order, for every user — reports stay comparable.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955280" y="1874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93B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1488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29600" y="31546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member, project, date range; compliance &amp; workload insights.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Generator &amp; Team Dashboard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151977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3763F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 + Tailwind)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report page · Team dashboard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80560" y="1828800"/>
            <a:ext cx="3154680" cy="155448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9659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RBAC middleware · Controllers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22782" y="1828800"/>
            <a:ext cx="3007217" cy="1554480"/>
          </a:xfrm>
          <a:prstGeom prst="roundRect">
            <a:avLst>
              <a:gd name="adj" fmla="val 5882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19659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(Sequelize)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projects · </a:t>
            </a:r>
            <a:r>
              <a:rPr lang="en-US" sz="105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0" y="260604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815045" y="2696743"/>
            <a:ext cx="69095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 (JWT bearer)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635240" y="2606040"/>
            <a:ext cx="78754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578895" y="2606040"/>
            <a:ext cx="7984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authenticates → server issues a signed JWT containing user id + role.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Every request carries the JWT; "protect" middleware verifies it, "requireRole" gates manager-only routes.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Members' report queries are always scoped to req.user.id at the controller level — never trusted from the client.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Dashboard endpoints run SQL GROUP BY / SUM / COUNT queries directly over the reports table for real-time metrics.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Generator &amp; Team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164857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— PostgreSQL tables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Generator &amp; Team Dashboard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07470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787" y="1209933"/>
            <a:ext cx="9442830" cy="4898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between the personal report page and the team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752859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3763F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Reports (Team Member)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ReportForm — fixed, shared schema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ReportCard — history grouped by week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/ submit / save draft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394960" cy="2752859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0116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874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Dashboard (Manager)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7432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SummaryCard — compliance, blockers, headcount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TasksTrendChart / SubmissionStatusChart / WorkloadChart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report table (member, project, date range)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Generator &amp; Team Dashboard</a:t>
            </a:r>
            <a:endParaRPr lang="en-US" sz="9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360" y="6053132"/>
            <a:ext cx="457240" cy="280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Design &amp; Role-Based Access Control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970702"/>
              </p:ext>
            </p:extLst>
          </p:nvPr>
        </p:nvGraphicFramePr>
        <p:xfrm>
          <a:off x="548640" y="1143000"/>
          <a:ext cx="11064240" cy="3017520"/>
        </p:xfrm>
        <a:graphic>
          <a:graphicData uri="http://schemas.openxmlformats.org/drawingml/2006/table">
            <a:tbl>
              <a:tblPr/>
              <a:tblGrid>
                <a:gridCol w="4206240"/>
                <a:gridCol w="3200400"/>
                <a:gridCol w="365760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/api/auth/register, /login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creation &amp; JWT issuance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 /api/reports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(own) / Manager (all, filtered)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&amp; list weekly 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PUT/DELETE /api/reports/:id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smtClean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</a:t>
                      </a: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or remove a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GET/POST/PUT/DELETE /api/projects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Read: any user · Write: 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project/category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/api/dashboard/*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trend, workload, activity aggregations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3763F2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4572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3" name="Shape 4"/>
          <p:cNvSpPr/>
          <p:nvPr/>
        </p:nvSpPr>
        <p:spPr>
          <a:xfrm>
            <a:off x="2560320" y="489204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788920" y="45720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/>
        </p:spPr>
      </p:sp>
      <p:sp>
        <p:nvSpPr>
          <p:cNvPr id="9" name="Text 6"/>
          <p:cNvSpPr/>
          <p:nvPr/>
        </p:nvSpPr>
        <p:spPr>
          <a:xfrm>
            <a:off x="2834640" y="4572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(verify JWT)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00600" y="489204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029200" y="45720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3763F2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4572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requireRole('manager') if needed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040880" y="489204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269480" y="45720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0" y="4572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(scoped query)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281160" y="489204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509760" y="45720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3763F2"/>
          </a:solidFill>
          <a:ln/>
        </p:spPr>
      </p:sp>
      <p:sp>
        <p:nvSpPr>
          <p:cNvPr id="18" name="Text 15"/>
          <p:cNvSpPr/>
          <p:nvPr/>
        </p:nvSpPr>
        <p:spPr>
          <a:xfrm>
            <a:off x="9555480" y="4572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Generator &amp; Team Dashboard</a:t>
            </a:r>
            <a:endParaRPr lang="en-US" sz="9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00" y="6117013"/>
            <a:ext cx="457240" cy="280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Visual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on the frontend; SQL GROUP BY queries on the backend</a:t>
            </a:r>
            <a:endParaRPr lang="en-US" sz="12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36576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297680" y="1371600"/>
          <a:ext cx="36576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8138160" y="1371600"/>
          <a:ext cx="35661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39776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reports submitted: 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count vs. team size</a:t>
            </a: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compliance rate: 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÷ total members</a:t>
            </a: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blockers across the team: 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with a non-empty blockers field</a:t>
            </a: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 feed: 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submissions, newest first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Generator &amp; Team Dashboard</a:t>
            </a:r>
            <a:endParaRPr lang="en-US" sz="9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080" y="6149392"/>
            <a:ext cx="457240" cy="280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How They Were Solved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6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716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report fields identical for every user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77840" y="137160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once in the Sequelize model definition and again in a single shared ReportForm component — no per-user customization surface exists in the UI or API.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56032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members from viewing/editing others' reports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577840" y="25603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 happens in the controller (report.user === req.user.id), not just hidden in the frontend — verified with role-based route tests.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6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31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7490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dashboard metrics efficiently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577840" y="374904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SQL GROUP BY / SUM / COUNT queries (via Sequelize) directly on the reports table instead of pulling all rows into Node and computing in memory.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6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1206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9377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'late' vs 'pending' submissions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577840" y="493776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is 'late' only once the selected week's Sunday has passed and they still haven't submitted — computed server-side per request.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Generator &amp; Team Dashboard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4552" y="619061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Future Improvements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763F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AI Chat Assistant described earlier (Q&amp;A + auto-generated team summaries)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02996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Email/Slack reminders for pending or late weekly reports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883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763F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68833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Refresh-token rotation instead of long-lived JWTs, plus rate limiting on auth routes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050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763F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0050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PDF/CSV weekly summaries for managers and stakeholders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335113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(Jest/Supertest) covering role-based access boundaries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Generator &amp; Team Dashboard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04894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includes: 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78531" y="4174236"/>
            <a:ext cx="350305" cy="365760"/>
          </a:xfrm>
          <a:prstGeom prst="roundRect">
            <a:avLst>
              <a:gd name="adj" fmla="val 20000"/>
            </a:avLst>
          </a:prstGeom>
          <a:solidFill>
            <a:srgbClr val="92D050"/>
          </a:solidFill>
          <a:ln/>
        </p:spPr>
      </p:sp>
      <p:sp>
        <p:nvSpPr>
          <p:cNvPr id="8" name="Text 5"/>
          <p:cNvSpPr/>
          <p:nvPr/>
        </p:nvSpPr>
        <p:spPr>
          <a:xfrm>
            <a:off x="1474631" y="419709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link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GitHub repository</a:t>
            </a:r>
            <a:endParaRPr lang="en-US" sz="13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300" dirty="0">
                <a:solidFill>
                  <a:schemeClr val="bg1"/>
                </a:solidFill>
                <a:hlinkClick r:id="rId3"/>
              </a:rPr>
              <a:t>https://</a:t>
            </a:r>
            <a:r>
              <a:rPr lang="en-US" sz="1300" dirty="0" smtClean="0">
                <a:solidFill>
                  <a:schemeClr val="bg1"/>
                </a:solidFill>
                <a:hlinkClick r:id="rId3"/>
              </a:rPr>
              <a:t>github.com/YasinthaWanasundara/weekly-report-system</a:t>
            </a:r>
            <a:endParaRPr lang="en-US" sz="1300" dirty="0" smtClean="0">
              <a:solidFill>
                <a:schemeClr val="bg1"/>
              </a:solidFill>
            </a:endParaRPr>
          </a:p>
          <a:p>
            <a:endParaRPr lang="en-US" sz="1300" dirty="0">
              <a:solidFill>
                <a:schemeClr val="bg1"/>
              </a:solidFill>
            </a:endParaRPr>
          </a:p>
          <a:p>
            <a:r>
              <a:rPr lang="en-US" sz="1300" dirty="0" smtClean="0">
                <a:solidFill>
                  <a:schemeClr val="bg1"/>
                </a:solidFill>
              </a:rPr>
              <a:t>One Drive Link  -  Demo video </a:t>
            </a:r>
          </a:p>
          <a:p>
            <a:r>
              <a:rPr lang="en-US" sz="1300" dirty="0">
                <a:solidFill>
                  <a:schemeClr val="bg1"/>
                </a:solidFill>
                <a:hlinkClick r:id="rId4"/>
              </a:rPr>
              <a:t>https://drive.google.com/file/d/14eOlULZIIMW2Imp8Nxtsi4Pgt9oEuQbo/view?usp=sharing</a:t>
            </a:r>
            <a:endParaRPr lang="en-US" sz="1300" dirty="0">
              <a:solidFill>
                <a:schemeClr val="bg1"/>
              </a:solidFill>
            </a:endParaRPr>
          </a:p>
          <a:p>
            <a:endParaRPr lang="en-US" sz="1300" dirty="0" smtClean="0">
              <a:solidFill>
                <a:schemeClr val="bg1"/>
              </a:solidFill>
            </a:endParaRPr>
          </a:p>
          <a:p>
            <a:endParaRPr lang="en-US" sz="1300" dirty="0" smtClean="0">
              <a:solidFill>
                <a:schemeClr val="bg1"/>
              </a:solidFill>
            </a:endParaRPr>
          </a:p>
          <a:p>
            <a:r>
              <a:rPr lang="en-US" sz="1300" dirty="0" smtClean="0">
                <a:solidFill>
                  <a:schemeClr val="bg1"/>
                </a:solidFill>
              </a:rPr>
              <a:t>ER diagram Link </a:t>
            </a:r>
          </a:p>
          <a:p>
            <a:r>
              <a:rPr lang="en-US" sz="1300" dirty="0">
                <a:solidFill>
                  <a:schemeClr val="bg1"/>
                </a:solidFill>
                <a:hlinkClick r:id="rId5"/>
              </a:rPr>
              <a:t>https://</a:t>
            </a:r>
            <a:r>
              <a:rPr lang="en-US" sz="1300" dirty="0" smtClean="0">
                <a:solidFill>
                  <a:schemeClr val="bg1"/>
                </a:solidFill>
                <a:hlinkClick r:id="rId5"/>
              </a:rPr>
              <a:t>drive.google.com/file/d/1xogQvXjWYVdseQjRzj485qtiLWx23kTl/view?usp=sharing</a:t>
            </a:r>
            <a:endParaRPr lang="en-US" sz="1300" dirty="0" smtClean="0">
              <a:solidFill>
                <a:schemeClr val="bg1"/>
              </a:solidFill>
            </a:endParaRPr>
          </a:p>
          <a:p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Generator &amp; Team Dashboard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229251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531" y="3520408"/>
            <a:ext cx="353599" cy="36579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883" y="4814284"/>
            <a:ext cx="353599" cy="365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</TotalTime>
  <Words>757</Words>
  <Application>Microsoft Office PowerPoint</Application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Generator &amp; Team Dashboard</dc:title>
  <dc:subject>PptxGenJS Presentation</dc:subject>
  <dc:creator>SE Internship Candidate</dc:creator>
  <cp:lastModifiedBy>Microsoft account</cp:lastModifiedBy>
  <cp:revision>6</cp:revision>
  <dcterms:created xsi:type="dcterms:W3CDTF">2026-07-07T08:01:46Z</dcterms:created>
  <dcterms:modified xsi:type="dcterms:W3CDTF">2026-07-08T10:25:16Z</dcterms:modified>
</cp:coreProperties>
</file>